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Web SQL to IndexedDB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Client-Side Databases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210312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 History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210312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Deprecated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3474720"/>
            <a:ext cx="210312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Deprecation Means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0" y="3474720"/>
            <a:ext cx="210312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IndexedDB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 Database — History &amp; Origins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2009 as part of HTML5 specification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3657600" cy="228600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24712"/>
            <a:ext cx="347472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
</a:t>
            </a:r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Introduced by W3C
</a:t>
            </a:r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Peak adoption
</a:t>
            </a:r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W3C deprecates it
</a:t>
            </a:r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IndexedDB emerges
</a:t>
            </a:r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2012+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Stops getting updates
</a:t>
            </a:r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works but deprecated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1051560"/>
            <a:ext cx="3840480" cy="228600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124712"/>
            <a:ext cx="36576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Created: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Offline storage for web apps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Structured data (SQL queries)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Mobile web app boom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Based on proven SQLite
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Support: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Chrome, Safari, Opera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 Browser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Safari
</a:t>
            </a:r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Firefox (critical!)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051560"/>
            <a:ext cx="3749040" cy="228600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124712"/>
            <a:ext cx="356616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Foundation:
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SQLite engine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Lightweight SQL database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entirely in-process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server needed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~600KB library
</a:t>
            </a:r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Use Cases: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Gmail offline mode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hybrid apps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PWAs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Offline-first applications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11612880" cy="3063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20440"/>
            <a:ext cx="1161288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59359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 SQL — Opening a database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84048" y="373989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db = openDatabase(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84048" y="388620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"MyDatabase",       // name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84048" y="403250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"1.0",             // version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84048" y="417880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"My App Database", // display name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84048" y="432511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* 1024 * 1024   // 2MB size estimate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84048" y="447141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84048" y="461772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84048" y="476402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Creating a table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84048" y="491032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db.transaction(function(tx) {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84048" y="505663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tx.executeSql(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84048" y="520293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"CREATE TABLE IF NOT EXISTS users (" +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84048" y="534924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id INTEGER PRIMARY KEY," +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84048" y="549554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name TEXT NOT NULL," +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84048" y="564184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email TEXT UNIQUE" +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84048" y="578815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")"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84048" y="593445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84048" y="608076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84048" y="622706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84048" y="637336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Inserting data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84048" y="651967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db.transaction(function(tx) {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84048" y="666597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tx.executeSql(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84048" y="681228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users (id, name, email) VALUES (?, ?, ?)",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84048" y="695858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[1, "Alice", "alice@example.com"]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84048" y="710488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384048" y="725119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Web SQL Was Deprecated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controversy that killed a promising technology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5760720" cy="182880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24712"/>
            <a:ext cx="55778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REASON: Single Implementation Problem
</a:t>
            </a:r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Said: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SQL"
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which SQL?  MySQL? PostgreSQL? Oracle? SQLite?
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Specification was written around SQLite specifically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Effectively required all browsers to embed SQLite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Violated W3C principle: standards should be vendor-neutral
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 lock-in to one implementation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051560"/>
            <a:ext cx="5669280" cy="182880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124712"/>
            <a:ext cx="54864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MOZILLA'S POSITION: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will NOT implement Web SQL"
</a:t>
            </a:r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Team Argued:
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Locks us into SQLite
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a true spec — it's SQLite docs
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Web standards need multiple implementations
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Want JavaScript-friendly API instead
</a:t>
            </a:r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Firefox, Web SQL couldn't be universal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63240"/>
          <a:ext cx="11612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3840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 string concatenation in queries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vulnerabilities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 Hell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Deeply nested callbacks for complex queries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Unmaintainable 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Migration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Painful schema changes with changeVersion()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frustration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Quirks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typing, limited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behavior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Universal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Firefox never implemented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rely on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4069080"/>
            <a:ext cx="1161288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4069080"/>
            <a:ext cx="1161288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14223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SQL INJECTION EXAMPLE (dangerous!)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384048" y="428853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userInput = "'; DROP TABLE users; --";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384048" y="443484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384048" y="458114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UNSAFE: Direct string concatenation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384048" y="472744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tx.executeSql(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384048" y="487375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users WHERE name = '" + userInput + "'"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384048" y="502005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84048" y="516636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executes: SELECT * FROM users WHERE name = ''; DROP TABLE users; --'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384048" y="531266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All user data DELETED!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384048" y="545896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384048" y="560527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SAFE: Use parameterized queries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384048" y="575157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tx.executeSql(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84048" y="589788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users WHERE name = ?",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384048" y="604418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[userInput]  // Parameters are properly escaped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84048" y="619048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'Deprecation' Means in Browser APIs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lifecycle of web technologies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Deprecation Lifecycle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286000" cy="4572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support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New features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34640" y="1828800"/>
            <a:ext cx="731520" cy="274320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45920"/>
            <a:ext cx="228600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 recommended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Still works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new features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1828800"/>
            <a:ext cx="731520" cy="274320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645920"/>
            <a:ext cx="2286000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Being removed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May break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Must migrate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321040" y="1828800"/>
            <a:ext cx="731520" cy="274320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45920"/>
            <a:ext cx="22860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longer works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Code breaks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Must use alternative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3657600" cy="164592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34747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 Current Status:
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DEPRECATED (since 2010)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Works but warns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Works but deprecated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Firefox: 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Never implemented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Works (Chromium-based)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3200400"/>
            <a:ext cx="3840480" cy="164592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273552"/>
            <a:ext cx="36576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Still Works: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Backward compatibility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Millions of apps rely on it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Browsers avoid breaking web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 devs time to migrate
</a:t>
            </a:r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Eventually:
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Could be fully removed
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security fixes
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guarantees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3200400"/>
            <a:ext cx="3749040" cy="164592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273552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Deprecated APIs: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AppCache → Service Workers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Sync XHR → fetch() API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document.write() → DOM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Mutation Events → Observer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Flash → HTML5 video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NPAPI Plugins → WebExtensions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5029200"/>
            <a:ext cx="1161288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5029200"/>
            <a:ext cx="1161288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510235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 SQL still executes in Chrome/Safari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84048" y="524865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db = openDatabase("mydb", "1.0", "Test", 2*1024*1024);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84048" y="539496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84048" y="554126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BUT: Console shows deprecation warning: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84048" y="568756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 "Web SQL is deprecated. Please use IndexedDB instead."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84048" y="583387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 "This feature may be removed in future versions."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84048" y="598017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84048" y="612648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code works today, but: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84048" y="627278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No guarantees it will work tomorrow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384048" y="641908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Security bugs won't be fixed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84048" y="656539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Could break in future Chrome/Safari update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384048" y="671169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84048" y="685800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RECOMMENDED: Migrate to IndexedDB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84048" y="700430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request = indexedDB.open("mydb", 1);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384048" y="715060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Modern, supported, future-proof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Modern Applications Use IndexedDB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NoSQL database built for the web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029200"/>
                <a:gridCol w="4023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 browsers (Chrome, Firefox, Safari, Edge)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No Firefox, deprecated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True specification, any 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Locked to SQLite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JavaScript objects natively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Must convert to SQL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Hundreds of MB to GBs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~5-10 MB typical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Never blocks UI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Can block on large queries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W3C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Active standard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Deprecated 2010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023360"/>
            <a:ext cx="5760720" cy="146304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096512"/>
            <a:ext cx="55778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IndexedDB Advantages:
</a:t>
            </a:r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JavaScript-Native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Store objects directly, no conversion needed
</a:t>
            </a:r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Better Indexing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Create indexes on any property for fast lookups
</a:t>
            </a:r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Handles Large Data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Store files, Blobs, videos — not just strings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4023360"/>
            <a:ext cx="5669280" cy="146304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4096512"/>
            <a:ext cx="54864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Usage: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PWAs: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Twitter, Facebook offline mode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Apps: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Figma, Google Docs, Notion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textures, audio, game state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cart, product catalogs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5623560"/>
            <a:ext cx="116128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5623560"/>
            <a:ext cx="1161288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569671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IndexedDB — Store JavaScript objects directly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384048" y="584301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request = indexedDB.open("MyDatabase", 1);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384048" y="598932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384048" y="613562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request.onupgradeneeded = function(event) {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384048" y="628192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db = event.target.result;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384048" y="642823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store = db.createObjectStore("users", { keyPath: "id" });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384048" y="657453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store.createIndex("email", "email", { unique: true });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84048" y="672084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384048" y="686714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384048" y="701344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request.onsuccess = function(event) {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384048" y="715975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db = event.target.result;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384048" y="730605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tx = db.transaction("users", "readwrite");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84048" y="745236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store = tx.objectStore("users");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384048" y="759866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84048" y="774496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Store a JavaScript object directly (no conversion!)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384048" y="789127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store.add({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384048" y="803757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1,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384048" y="818388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"Alice",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384048" y="833018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"alice@example.com",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384048" y="8476488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preferences: { theme: "dark", language: "en" },  // Nested object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384048" y="8622792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tags: ["premium", "verified"],                   // Array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384048" y="8769096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registered: new Date()                           // Date object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384048" y="8915400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20" dirty="0"/>
          </a:p>
        </p:txBody>
      </p:sp>
      <p:sp>
        <p:nvSpPr>
          <p:cNvPr id="36" name="Text 33"/>
          <p:cNvSpPr/>
          <p:nvPr/>
        </p:nvSpPr>
        <p:spPr>
          <a:xfrm>
            <a:off x="384048" y="9061704"/>
            <a:ext cx="11393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Differences — Paradigm Shift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Relational (SQL) to NoSQL (Object Store)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Design Philosophy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548640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SQL: Relational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486400" cy="4572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IndexedDB: NoSQL Model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116128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663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with rows &amp; columns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stores with key-value pairs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Language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(SELECT, JOIN, WHERE)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API (get, openCursor)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numeric, blob (limited)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JavaScript value (objects, arrays, Blobs)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Rigid (must define columns)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Schema-less (flexible objects)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keys, JOINs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(store references)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indexes on columns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Indexes on any object property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BEGIN/COMMIT/ROLLBACK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transaction objects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changeVersion() 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onupgradeneeded 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SQLite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Browser-specific (LevelDB, SQLite, etc.)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5852160"/>
            <a:ext cx="5760720" cy="82296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5925312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 Philosophy: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"Bring SQL to the browser — use SQLite directly"
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Powerful but locked to one implementation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5852160"/>
            <a:ext cx="5669280" cy="82296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5925312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Philosophy: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JavaScript-native, vendor-neutral specification"
</a:t>
            </a:r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Flexible, universal, future-proof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Data Structure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organized and stored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5760720" cy="128016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24712"/>
            <a:ext cx="5577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SQL: Relational Tables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define schema upfront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columns with types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Rows must match structure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Changes require ALTER TABLE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keys for relationships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051560"/>
            <a:ext cx="5669280" cy="128016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124712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IndexedDB: Object Stores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predefined schema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 any JavaScript object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Objects can have different shapes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properties anytime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relationship management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576072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68880"/>
            <a:ext cx="576072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4203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 SQL: Rigid schema definition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84048" y="268833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db.transaction(function(tx) {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84048" y="283464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Must define all columns upfront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84048" y="298094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tx.executeSql(`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84048" y="312724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 TABLE users (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84048" y="327355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 INTEGER PRIMARY KEY,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84048" y="341985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TEXT NOT NULL,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84048" y="356616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email TEXT UNIQUE,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84048" y="371246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 INTEGER,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84048" y="385876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created_at TIMESTAMP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84048" y="400507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84048" y="415137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`);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84048" y="429768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84048" y="444398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tx.executeSql(`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84048" y="459028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 TABLE orders (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84048" y="473659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 INTEGER PRIMARY KEY,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84048" y="488289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user_id INTEGER,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84048" y="502920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product TEXT,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84048" y="517550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quantity INTEGER,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84048" y="532180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FOREIGN KEY (user_id) REFERENCES users(id)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84048" y="546811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84048" y="561441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`);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84048" y="576072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84048" y="590702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84048" y="605332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Inserting data (must match schema exactly)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84048" y="619963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tx.executeSql(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84048" y="634593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"INSERT INTO users (id, name, email, age) VALUES (?, ?, ?, ?)",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384048" y="649224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[1, "Alice", "alice@example.com", 30]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84048" y="663854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217920" y="2468880"/>
            <a:ext cx="56692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2468880"/>
            <a:ext cx="566928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254203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INDEXEDDB: Flexible object stores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327648" y="268833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request = indexedDB.open("MyDB", 1);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6327648" y="283464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6327648" y="298094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request.onupgradeneeded = function(e) {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6327648" y="312724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db = e.target.result;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6327648" y="327355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327648" y="341985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Create object stores (no column definitions)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6327648" y="356616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userStore = db.createObjectStore("users", { keyPath: "id" });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327648" y="371246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userStore.createIndex("email", "email", { unique: true });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6327648" y="385876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327648" y="400507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orderStore = db.createObjectStore("orders", { keyPath: "id" });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327648" y="415137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orderStore.createIndex("userId", "userId");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327648" y="429768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327648" y="444398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327648" y="459028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request.onsuccess = function(e) {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327648" y="473659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db = e.target.result;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6327648" y="488289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tx = db.transaction("users", "readwrite");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327648" y="502920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store = tx.objectStore("users");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327648" y="517550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6327648" y="532180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Store ANY JavaScript object (flexible!)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327648" y="546811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store.add({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6327648" y="561441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1,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327648" y="576072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"Alice",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6327648" y="590702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"alice@example.com",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6327648" y="605332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30,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6327648" y="619963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preferences: { theme: "dark", lang: "en" },  // nested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6327648" y="634593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tags: ["premium", "verified"],               // array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6327648" y="649224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 { registered: new Date() }         // date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6327648" y="663854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6327648" y="678484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Querying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JavaScript API approaches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Get all users over age 25 and their orders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576072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576072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2763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 SQL: SQL JOIN query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db.transaction(function(tx) {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84048" y="192024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tx.executeSql(`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84048" y="206654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users.name, orders.product, orders.quantity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84048" y="221284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users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84048" y="235915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INNER JOIN orders ON users.id = orders.user_id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84048" y="250545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users.age &gt; 25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84048" y="265176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users.name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84048" y="279806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`, [], function(tx, results) {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384048" y="294436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(var i = 0; i &lt; results.rows.length; i++) {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84048" y="309067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 row = results.rows.item(i);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84048" y="323697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console.log(row.name, row.product, row.quantity);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384048" y="338328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84048" y="352958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84048" y="367588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84048" y="382219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84048" y="396849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Pros: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84048" y="411480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Powerful SQL syntax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84048" y="426110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JOINs are native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84048" y="440740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Filtering/sorting built-in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84048" y="4553712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84048" y="4700016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Cons: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84048" y="4846320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SQL injection risk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84048" y="4992624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Locked to SQLite features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84048" y="5138928"/>
            <a:ext cx="5541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Callback-based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217920" y="1554480"/>
            <a:ext cx="566928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554480"/>
            <a:ext cx="566928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162763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INDEXEDDB: JavaScript API with cursors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327648" y="177393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tx = db.transaction(["users", "orders"], "readonly");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327648" y="192024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userStore = tx.objectStore("users");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6327648" y="206654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orderStore = tx.objectStore("orders");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6327648" y="221284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6327648" y="235915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all users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6327648" y="250545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userRequest = userStore.getAll();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327648" y="265176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userRequest.onsuccess = function(e) {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327648" y="279806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users = e.target.result;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6327648" y="294436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6327648" y="309067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Filter in JavaScript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6327648" y="323697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users.filter(u =&gt; u.age &gt; 25).forEach(user =&gt; {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6327648" y="338328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 orders for this user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327648" y="352958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orderIndex = orderStore.index("userId");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6327648" y="367588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orderReq = orderIndex.getAll(user.id);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327648" y="382219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6327648" y="396849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orderReq.onsuccess = function(e) {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327648" y="411480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var orders = e.target.result;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327648" y="426110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orders.forEach(order =&gt; {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327648" y="440740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console.log(user.name, order.product, order.quantity);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327648" y="455371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327648" y="470001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327648" y="484632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6327648" y="499262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327648" y="513892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327648" y="528523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Pros: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6327648" y="543153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No SQL injection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327648" y="557784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JavaScript-native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6327648" y="572414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Works with objects directly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327648" y="5870448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6327648" y="6016752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Cons: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6327648" y="6163056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More verbose for complex queries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6327648" y="630936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No native JOIN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6327648" y="6455664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Manual filtering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Internal Stack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browsers implement each technology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 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12064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Application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120640" cy="137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SQL Queries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120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 API Layer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5120640" cy="137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executeSql()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512064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Engine (C library)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parser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optimizer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B-tree storage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5120640" cy="137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57600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512064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Storage (.db file)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ARCHITECTURE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1554480"/>
            <a:ext cx="512064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Application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2103120"/>
            <a:ext cx="5120640" cy="137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103120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Native JS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286000"/>
            <a:ext cx="5120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API Layer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2788920"/>
            <a:ext cx="5120640" cy="137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788920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IDBRequest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2971800"/>
            <a:ext cx="5120640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Storage Engine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3172968"/>
            <a:ext cx="5120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Chrome: LevelDB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Firefox: SQLite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Safari: WebKit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serialization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 management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583680" y="3886200"/>
            <a:ext cx="5120640" cy="137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886200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4069080"/>
            <a:ext cx="512064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069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(browser-specific)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572000"/>
            <a:ext cx="5760720" cy="100584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45152"/>
            <a:ext cx="5577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Difference: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SQLite exposure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Tight coupling to one implementation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parsing overhead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lock-in
</a:t>
            </a:r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browsers must use SQLite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572000"/>
            <a:ext cx="5486400" cy="100584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645152"/>
            <a:ext cx="5303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Advantage: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IndexedDB: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specification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browser chooses backend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object access (faster)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vendor lock-in
</a:t>
            </a:r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Implementation flexibility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5715000"/>
            <a:ext cx="11612880" cy="86868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5788152"/>
            <a:ext cx="11430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Trade-offs:
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SQL: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complex JOINs and aggregations (SQL power)  |  </a:t>
            </a:r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IndexedDB: 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object storage, large Blobs, simpler transactions
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</a:t>
            </a:r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is fast enough for most use cases, and it's the only option with universal browser support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Migration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 from Web SQL to IndexedDB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3657600" cy="201168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24712"/>
            <a:ext cx="34747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SQL Status:
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Deprecated since 2010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Never in Firefox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new features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Could be removed anytime
</a:t>
            </a:r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Works In: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Chrome (with warning)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Safari (deprecated)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(Chromium)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Old mobile browsers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1051560"/>
            <a:ext cx="3840480" cy="201168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124712"/>
            <a:ext cx="36576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Status:
</a:t>
            </a:r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 W3C standard
</a:t>
            </a:r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modern browsers
</a:t>
            </a:r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Continuous improvements
</a:t>
            </a:r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Future-proof
</a:t>
            </a:r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Gmail, Twitter, Facebook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Figma, Notion, Slack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modern PWAs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games, offline apps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051560"/>
            <a:ext cx="3749040" cy="201168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124712"/>
            <a:ext cx="356616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Strategy:
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Audit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Find all Web SQL usage
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Map SQL to object stores
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Dual Support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 both during transition
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Migrate Data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Read from SQL, write to IDB
</a:t>
            </a:r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Remove Web SQL
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Delete old code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46120"/>
          <a:ext cx="11612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120640"/>
                <a:gridCol w="5120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Introduced by W3C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Deprecated by W3C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 started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usage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First implementations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getting updates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Chrome &amp; Firefox ship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widely 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Safari adds 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Still works, warnings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Industry standard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Deprecated, avoid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Recommended solution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solidFill>
            <a:srgbClr val="1A294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382512"/>
            <a:ext cx="11430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Bottom Line: </a:t>
            </a:r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Web SQL for new projects. Migrate existing apps to IndexedDB. It's the universal, future-proof solution.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SQL to IndexedDB Evolution</dc:title>
  <dc:subject>PptxGenJS Presentation</dc:subject>
  <dc:creator>Technical Deep Dive</dc:creator>
  <cp:lastModifiedBy>Technical Deep Dive</cp:lastModifiedBy>
  <cp:revision>1</cp:revision>
  <dcterms:created xsi:type="dcterms:W3CDTF">2026-02-21T13:07:03Z</dcterms:created>
  <dcterms:modified xsi:type="dcterms:W3CDTF">2026-02-21T13:07:03Z</dcterms:modified>
</cp:coreProperties>
</file>